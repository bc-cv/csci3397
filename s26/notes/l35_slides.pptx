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CCCC"/>
                </a:solidFill>
                <a:latin typeface="Calibri"/>
              </a:defRPr>
            </a:pPr>
            <a:r>
              <a:t>Lecture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RAG, Memory &amp; Multi-Agent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CCCC"/>
                </a:solidFill>
                <a:latin typeface="Calibri"/>
              </a:defRPr>
            </a:pPr>
            <a:r>
              <a:t>Theme 4: Agentic Systems — Building a Mini Claude Code (4/5)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CCC"/>
                </a:solidFill>
                <a:latin typeface="Calibri"/>
              </a:defRPr>
            </a:pPr>
            <a:r>
              <a:t>CSCI 3397 / PSYC 3317: Biomedical Image Analysis  |  Spring 2026  |  Donglai Wei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Housekeeping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Recap: Lec. 34 — File I/O tools, Bash, system prompt, context compaction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Today: Three capabilities for complex workflows: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1. RAG — retrieve external knowledge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2. Memory — persist across sessions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3. Multi-agent — delegate to specialized sub-agents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Code: nano-claude-code memory/, multi_agent/, mcp/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RAG — Retrieval-Augmented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The RAG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37626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RAG as a Tool (Not a Standalone System)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solidFill>
            <a:srgbClr val="F8F8F8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urier New"/>
              </a:defRPr>
            </a:pPr>
            <a:r>
              <a:t># RAG is just another tool the agent can call:</a:t>
            </a:r>
            <a:br/>
            <a:r>
              <a:t>tools = [{</a:t>
            </a:r>
            <a:br/>
            <a:r>
              <a:t>    "name": "SearchLiterature",</a:t>
            </a:r>
            <a:br/>
            <a:r>
              <a:t>    "description": "Search indexed medical literature.\nReturns relevant passages with citations.",</a:t>
            </a:r>
            <a:br/>
            <a:r>
              <a:t>    "input_schema": {</a:t>
            </a:r>
            <a:br/>
            <a:r>
              <a:t>        "properties": {</a:t>
            </a:r>
            <a:br/>
            <a:r>
              <a:t>            "query": {"type": "string"}</a:t>
            </a:r>
            <a:br/>
            <a:r>
              <a:t>        }</a:t>
            </a:r>
            <a:br/>
            <a:r>
              <a:t>    }</a:t>
            </a:r>
            <a:br/>
            <a:r>
              <a:t>}]</a:t>
            </a:r>
            <a:br/>
            <a:br/>
            <a:r>
              <a:t># The agent decides WHEN to search:</a:t>
            </a:r>
            <a:br/>
            <a:r>
              <a:t># 1. Read the slide</a:t>
            </a:r>
            <a:br/>
            <a:r>
              <a:t># 2. Form a hypothesis</a:t>
            </a:r>
            <a:br/>
            <a:r>
              <a:t># 3. Search for supporting literature</a:t>
            </a:r>
            <a:br/>
            <a:r>
              <a:t># Much more flexible than a fixed RAG pipeline!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Biomedical RAG: PubMed abstracts, radiology archives, clinical protocols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Biomedical RAG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Index radiology archive → "Find prior reports with similar findings"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Index PubMed abstracts → "Differential diagnosis for 2cm hypodense liver lesion?"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Index clinical protocols → "Standard staining protocol for Ki-67?"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Embedding models for biomedical text: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General: OpenAI text-embedding-3-small, Cohere embed-v3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Domain-specific: PubMedBERT embeddings, BioLORD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→ Evaluate retrieval quality on your domain before committing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Persistent Memory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Four Memory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45323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Memory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Each memory is a Markdown file with YAML frontmatter: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---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name: staining_protocol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type: project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---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Use 10-min hematoxylin, 3-min eosin. Deparaffinize at 60°C.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Memory tools: MemorySave, MemorySearch, MemoryDelete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User says: "Remember we use 20x magnification for this cohort"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→ Agent saves it, applies in all future sessions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Memory vs RAG: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Memory = small, curated, personal, always loaded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RAG = large external corpora, searched on demand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Multi-Agent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Multi-Agent Pathology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45356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Sub-Agent Implementation (ThreadPoolExecutor)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solidFill>
            <a:srgbClr val="F8F8F8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urier New"/>
              </a:defRPr>
            </a:pPr>
            <a:r>
              <a:t>class SubAgentManager:</a:t>
            </a:r>
            <a:br/>
            <a:r>
              <a:t>    def __init__(self, max_workers=3):</a:t>
            </a:r>
            <a:br/>
            <a:r>
              <a:t>        self.executor = ThreadPoolExecutor(</a:t>
            </a:r>
            <a:br/>
            <a:r>
              <a:t>            max_workers=max_workers)</a:t>
            </a:r>
            <a:br/>
            <a:br/>
            <a:r>
              <a:t>    def spawn(self, prompt, system_prompt, tools):</a:t>
            </a:r>
            <a:br/>
            <a:r>
              <a:t>        future = self.executor.submit(</a:t>
            </a:r>
            <a:br/>
            <a:r>
              <a:t>            agent_loop, prompt, tools, system_prompt)</a:t>
            </a:r>
            <a:br/>
            <a:r>
              <a:t>        return task_id</a:t>
            </a:r>
            <a:br/>
            <a:br/>
            <a:r>
              <a:t># Depth limiting: max 3 levels of nesting</a:t>
            </a:r>
            <a:br/>
            <a:r>
              <a:t>#   agent → sub-agent → sub-sub-agent (max)</a:t>
            </a:r>
            <a:br/>
            <a:r>
              <a:t>#   Prevents infinite recursion</a:t>
            </a:r>
            <a:br/>
            <a:br/>
            <a:r>
              <a:t># Built-in agent types:</a:t>
            </a:r>
            <a:br/>
            <a:r>
              <a:t>#   researcher — read-only tools</a:t>
            </a:r>
            <a:br/>
            <a:r>
              <a:t>#   coder      — read + write tools</a:t>
            </a:r>
            <a:br/>
            <a:r>
              <a:t>#   reviewer   — code review with severity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nano-claude-code multi_agent/: cooperative cancellation, fresh context per sub-agent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MCP: Connecting Agents to Clinical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4108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Standard protocol — auditable access without embedding credentials in the agent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Wrap-Up &amp; Looking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RAG → external knowledge    Memory → session continuity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Sub-agents → parallelism     MCP → external systems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Together: single-loop agent → system for real clinical workflows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When NOT to use multi-agent: if the task is sequential and simple,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one agent is better — sub-agents add latency + complexity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Our mini Claude Code now has all major components!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Next (Lec. 36): Full architecture walkthrough, deployment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(HIPAA, FDA), and live demo of the complete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