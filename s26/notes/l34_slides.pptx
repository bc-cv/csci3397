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CCC"/>
                </a:solidFill>
                <a:latin typeface="Calibri"/>
              </a:defRPr>
            </a:pPr>
            <a:r>
              <a:t>Lecture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Coding Agent with File I/O &amp; Bash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CC"/>
                </a:solidFill>
                <a:latin typeface="Calibri"/>
              </a:defRPr>
            </a:pPr>
            <a:r>
              <a:t>Theme 4: Agentic Systems — Building a Mini Claude Code (3/5)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CSCI 3397 / PSYC 3317: Biomedical Image Analysis  |  Spring 2026  |  Donglai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Recap: Lec. 33 — Tool use, ReAct loop, tool registry, code vs JSON agents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Today: Give the agent real power — file I/O + shell execution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turns it into a coding agent that writes and runs its own scripts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Code: nano-claude-code tools.py, context.py, compaction.py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File I/O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Tool Suite: Read, Write, Edit, Glob, Grep, Bash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51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Read Tool — Returns File Content with Line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solidFill>
            <a:srgbClr val="F8F8F8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urier New"/>
              </a:defRPr>
            </a:pPr>
            <a:r>
              <a:t>{"name": "Read",</a:t>
            </a:r>
            <a:br/>
            <a:r>
              <a:t> "description": "Read a file. Returns content with line numbers.",</a:t>
            </a:r>
            <a:br/>
            <a:r>
              <a:t> "input_schema": {</a:t>
            </a:r>
            <a:br/>
            <a:r>
              <a:t>     "properties": {</a:t>
            </a:r>
            <a:br/>
            <a:r>
              <a:t>         "file_path": {"type": "string"},</a:t>
            </a:r>
            <a:br/>
            <a:r>
              <a:t>         "offset":    {"type": "integer",</a:t>
            </a:r>
            <a:br/>
            <a:r>
              <a:t>                       "description": "Start line"},</a:t>
            </a:r>
            <a:br/>
            <a:r>
              <a:t>         "limit":     {"type": "integer",</a:t>
            </a:r>
            <a:br/>
            <a:r>
              <a:t>                       "description": "Num lines to read"}</a:t>
            </a:r>
            <a:br/>
            <a:r>
              <a:t>     },</a:t>
            </a:r>
            <a:br/>
            <a:r>
              <a:t>     "required": ["file_path"]</a:t>
            </a:r>
            <a:br/>
            <a:r>
              <a:t> }}</a:t>
            </a:r>
            <a:br/>
            <a:br/>
            <a:r>
              <a:t># Also reads: images (base64), PDFs, Jupyter notebooks</a:t>
            </a:r>
            <a:br/>
            <a:r>
              <a:t># read_only=True → auto-approved in "auto" permission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Edit tool: exact string replacement (old_string → new_string). More surgical than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Bash Tool &amp; Permission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Bash Tool — Power and Danger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agent can now: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Run Python scripts it just wrote:  python analyze_cells.py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Install packages:  pip install scikit-image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Git commands:  git diff, git log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Data processing:  ffmpeg, imagemagick, ls -la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But also could:  rm -rf /  or  curl malicious_url | bash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→ This is why permission gates are essential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Three Permission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108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System Prompt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Building the System Prompt — context.py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532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Domain-Specific System Prompts for Biomedical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Include domain knowledge: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"This project analyzes H&amp;E stained histopathology slides."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"Standard magnifications: 5x, 10x, 20x, 40x."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Include safety constraints: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"Never delete patient data."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"Always confirm before overwriting analysis results."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Include conventions: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"Use scikit-image for segmentation, pandas for stats."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Good tool descriptions are critical — the LLM reads them to decide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which tool to call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Context Window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Two-Layer Context Compaction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7626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compaction.py (196 lines). Without this, long analysis sessions crash.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Demo: Agent Writes &amp; Runs Analysis 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User: "Read all .tiff files in slides/, write a Python script that applies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Otsu thresholding, counts cells, saves results to CSV, show stats."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Agent execution: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Glob("slides/*.tiff") → finds 10 slides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Read(sample file) → inspects format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Write("analyze.py") → creates Python script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Bash("python analyze.py") → runs it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❌ Script error → Read(traceback) → Edit("analyze.py") → re-run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6. Read("results.csv") → final text summary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agent debugs its own code iteratively!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Wrap-Up &amp; Looking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we built: tools.py + context.py + compaction.py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Our mini Claude Code can now read, write, search, and execute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Key insight: coding agent = agent loop + tools + system prompt + compaction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These 4 components (&lt; 700 lines) give 80% of Claude Code's capability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Next (Lec. 35): RAG, persistent memory, and multi-agent systems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search literature, remember past sessions, delegate to sub-agents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