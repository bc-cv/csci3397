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CCC"/>
                </a:solidFill>
                <a:latin typeface="Calibri"/>
              </a:defRPr>
            </a:pPr>
            <a:r>
              <a:t>Lecture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Tool Use &amp; the Core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CCC"/>
                </a:solidFill>
                <a:latin typeface="Calibri"/>
              </a:defRPr>
            </a:pPr>
            <a:r>
              <a:t>Theme 4: Agentic Systems — Building a Mini Claude Code (2/5)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CSCI 3397 / PSYC 3317: Biomedical Image Analysis  |  Spring 2026  |  Donglai Wei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Housekeeping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Recap: Lec. 32 — LLM APIs, messages format, streaming, structured outputs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Today: From ★☆☆ (text in/out) to ★★☆ (LLM calls functions)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This is the core of what makes an agent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Reading: Anthropic tool use docs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Code: nano-claude-code agent.py (179 lines) + tool_registry.py (98 lines)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What Is Tool Use?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Tool Use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1513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The LLM doesn't execute anything — it only requests. Your code decides whether to run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Defining a Tool Schema (JSON Schema)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tools = [{</a:t>
            </a:r>
            <a:br/>
            <a:r>
              <a:t>    "name": "count_cells",</a:t>
            </a:r>
            <a:br/>
            <a:r>
              <a:t>    "description": "Count cells in a microscopy image\nusing watershed segmentation.",</a:t>
            </a:r>
            <a:br/>
            <a:r>
              <a:t>    "input_schema": {</a:t>
            </a:r>
            <a:br/>
            <a:r>
              <a:t>        "type": "object",</a:t>
            </a:r>
            <a:br/>
            <a:r>
              <a:t>        "properties": {</a:t>
            </a:r>
            <a:br/>
            <a:r>
              <a:t>            "image_path": {</a:t>
            </a:r>
            <a:br/>
            <a:r>
              <a:t>                "type": "string",</a:t>
            </a:r>
            <a:br/>
            <a:r>
              <a:t>                "description": "Path to the microscopy image"</a:t>
            </a:r>
            <a:br/>
            <a:r>
              <a:t>            },</a:t>
            </a:r>
            <a:br/>
            <a:r>
              <a:t>            "threshold": {</a:t>
            </a:r>
            <a:br/>
            <a:r>
              <a:t>                "type": "number",</a:t>
            </a:r>
            <a:br/>
            <a:r>
              <a:t>                "description": "Detection threshold (0-1)"</a:t>
            </a:r>
            <a:br/>
            <a:r>
              <a:t>            }</a:t>
            </a:r>
            <a:br/>
            <a:r>
              <a:t>        },</a:t>
            </a:r>
            <a:br/>
            <a:r>
              <a:t>        "required": ["image_path"]</a:t>
            </a:r>
            <a:br/>
            <a:r>
              <a:t>    }</a:t>
            </a:r>
            <a:br/>
            <a:r>
              <a:t>}]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 LLM reads the description to decide when to use each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The Agent Loop — ReAct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ReAct: Reasoning + Acting (Yao et al., 2022)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6237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Core Agent Loop (~30 lines of Python)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def agent_loop(user_message, tools, system_prompt):</a:t>
            </a:r>
            <a:br/>
            <a:r>
              <a:t>    messages = [{"role": "user", "content": user_message}]</a:t>
            </a:r>
            <a:br/>
            <a:br/>
            <a:r>
              <a:t>    while True:</a:t>
            </a:r>
            <a:br/>
            <a:r>
              <a:t>        response = call_llm(messages, tools, system_prompt)</a:t>
            </a:r>
            <a:br/>
            <a:r>
              <a:t>        messages.append({"role": "assistant",</a:t>
            </a:r>
            <a:br/>
            <a:r>
              <a:t>                         "content": response.content})</a:t>
            </a:r>
            <a:br/>
            <a:br/>
            <a:r>
              <a:t>        if response.stop_reason != "tool_use":</a:t>
            </a:r>
            <a:br/>
            <a:r>
              <a:t>            return response.text  # Done!</a:t>
            </a:r>
            <a:br/>
            <a:br/>
            <a:r>
              <a:t>        for tool_call in response.tool_calls:</a:t>
            </a:r>
            <a:br/>
            <a:r>
              <a:t>            result = execute_tool(</a:t>
            </a:r>
            <a:br/>
            <a:r>
              <a:t>                tool_call.name, tool_call.input)</a:t>
            </a:r>
            <a:br/>
            <a:r>
              <a:t>            messages.append({</a:t>
            </a:r>
            <a:br/>
            <a:r>
              <a:t>                "role": "user",</a:t>
            </a:r>
            <a:br/>
            <a:r>
              <a:t>                "content": [{"type": "tool_result",</a:t>
            </a:r>
            <a:br/>
            <a:r>
              <a:t>                    "tool_use_id": tool_call.id,</a:t>
            </a:r>
            <a:br/>
            <a:r>
              <a:t>                    "content": result}]</a:t>
            </a:r>
            <a:br/>
            <a:r>
              <a:t>            })</a:t>
            </a:r>
            <a:br/>
            <a:r>
              <a:t>        # Loop: LLM sees results, decides next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nano-claude-code's agent.py: 179 lines with streaming events (TextChunk, ToolStart, ToolEnd)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Key Design Decisions in the Agent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Loop termination: LLM decides when to stop (stop_reason != 'tool_use')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+ max-iterations guard to prevent infinite loops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Message accumulation: every action + observation appended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LLM sees its full history (context window matters!)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Multiple tool calls: LLM can request several tools in one turn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parallel execution for speed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Event-driven: agent.py uses Python generators (yield)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decouples logic from UI (same loop for CLI, web, notebook)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The Tool Registry — Plugin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Tool Registry: Register Once, Use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1127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ToolDef: The Universal Tool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@dataclass</a:t>
            </a:r>
            <a:br/>
            <a:r>
              <a:t>class ToolDef:</a:t>
            </a:r>
            <a:br/>
            <a:r>
              <a:t>    name: str              # "count_cells"</a:t>
            </a:r>
            <a:br/>
            <a:r>
              <a:t>    schema: dict           # JSON schema sent to API</a:t>
            </a:r>
            <a:br/>
            <a:r>
              <a:t>    func: Callable         # (params, config) -&gt; result str</a:t>
            </a:r>
            <a:br/>
            <a:r>
              <a:t>    read_only: bool        # True = safe, auto-approve</a:t>
            </a:r>
            <a:br/>
            <a:r>
              <a:t>    concurrent_safe: bool  # True = can run in parallel</a:t>
            </a:r>
            <a:br/>
            <a:br/>
            <a:r>
              <a:t># Registry operations:</a:t>
            </a:r>
            <a:br/>
            <a:r>
              <a:t>register_tool(tool_def)       # add a new tool at runtime</a:t>
            </a:r>
            <a:br/>
            <a:r>
              <a:t>get_tool(name)                # look up by name</a:t>
            </a:r>
            <a:br/>
            <a:r>
              <a:t>get_tool_schemas()            # export all schemas for API</a:t>
            </a:r>
            <a:br/>
            <a:r>
              <a:t>execute_tool(name, params)    # dispatch + output truncation</a:t>
            </a:r>
            <a:br/>
            <a:br/>
            <a:r>
              <a:t># Output truncation: if result &gt; 32K chars,</a:t>
            </a:r>
            <a:br/>
            <a:r>
              <a:t># keep first 50% + last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tool_registry.py: 98 lines. Open/closed principle — add tools without modifying the 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Code Agents vs. JSON Tool Calling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766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smolagents insight: LLMs are trained on code — writing Python is more natural than 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Demo: Agent with Biomedical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 tools: count_cells(), measure_area(), compute_statistics()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User: "Analyze slide_042.png — count cells, measure largest cluster, stats"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Agent execution: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Think → call count_cells("slide_042.png")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Observe → "Found 247 cells in 12 clusters"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Think → call measure_area("slide_042.png", label=3)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Observe → "Cluster area: 1,340 μm²"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Think → call compute_statistics([247, 1340, ...])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Observe → stats object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Done → final text report with summary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Wrap-Up &amp; Looking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Key takeaway: Tool use + agent loop = core of every coding agent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The LLM reasons, calls tools, observes results, and loops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Entire loop is ~30 lines of Python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What we built: tool_registry.py + agent.py — the brain of nano-claude-code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Next (Lec. 34): Real tools — file I/O (Read, Write, Edit),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Bash execution, system prompts, and context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