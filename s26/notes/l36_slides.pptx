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CCCC"/>
                </a:solidFill>
                <a:latin typeface="Calibri"/>
              </a:defRPr>
            </a:pPr>
            <a:r>
              <a:t>Lecture 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Putting It All Together</a:t>
            </a:r>
            <a:br/>
            <a:r>
              <a:t>Agentic Biomedical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CCCC"/>
                </a:solidFill>
                <a:latin typeface="Calibri"/>
              </a:defRPr>
            </a:pPr>
            <a:r>
              <a:t>Theme 4: Agentic Systems — Building a Mini Claude Code (5/5)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CCCC"/>
                </a:solidFill>
                <a:latin typeface="Calibri"/>
              </a:defRPr>
            </a:pPr>
            <a:r>
              <a:t>CSCI 3397 / PSYC 3317: Biomedical Image Analysis  |  Spring 2026  |  Donglai Wei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Housekeeping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What we built over Lec. 32-35: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32: LLM APIs &amp; agency spectrum (providers.py)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33: Tool use &amp; agent loop (tool_registry.py, agent.py)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34: File I/O, Bash, system prompts, compaction (tools.py, context.py, compaction.py)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35: RAG, memory, multi-agent, MCP (memory/, multi_agent/, mcp/)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Today: Full system, agent landscape, deployment, live demo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Action: ps4 due; final project slides due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Full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nano-claude-code: Complete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8930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REPL, Skills &amp; Plugins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REPL (nano_claude.py — 1,985 lines):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Interactive loop: read input → run agent → stream output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Slash commands: /model, /config, /memory, /save, /tasks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Permission prompts: ask user before writes/execution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Skills — reusable prompt templates (Markdown + YAML):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/commit → loads skill prompt → runs through agent loop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/analyze-slide → standard cell counting pipeline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Plugins — runtime-extensible tools: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Install from git: dicom-tools adds ReadDICOM, ExtractMetadata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The Agent Landscape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Where Does Our Agent Fit?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5399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Architectural Approaches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JSON tool calling (OpenAI, LangChain):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LLM outputs JSON → parse → execute. Safe, easy to validate.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Code agents (smolagents, Claude Code):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LLM writes executable Python. More flexible, needs sandboxing.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Graph-based (LangGraph):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Predefined state machine with LLM at decision nodes.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More predictable, less flexible.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trade-off: more agency = more capability but less predictability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For clinical use, find the right 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Deploying Biomedical AI Agents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Deployment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495202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FDA: Software as Medical Device (SaMD)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69303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HIPAA &amp; Patient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PHI: patient names, dates, MRNs, images with metadata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Cloud API risk: sending PHI to Claude/GPT may violate HIPAA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unless a BAA (Business Associate Agreement) is in place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Solutions: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Use providers with BAA (Anthropic, Azure OpenAI, AWS Bedrock)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De-identify data before API calls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Run local models (Ollama, vLLM) on hospital infrastructure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Our architecture supports this: providers.py abstracts over cloud &amp; local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Switch Claude → Ollama with one config change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Latency, Cost &amp; Monitoring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Latency: agent loops = multiple round trips (5-step = 5 API calls)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→ Use fast models for simple steps, parallel tool calls, caching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Cost: typically $0.01-0.10 per analysis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Monitoring: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Log every tool call, LLM response, user interaction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Track: token usage, latency, error rates, approval/rejection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Drift detection: compare outputs against validation set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Permission model in production: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auto: routine analyses   |   manual: anything touching records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Never accept-all in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800000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33333"/>
                </a:solidFill>
                <a:latin typeface="Calibri"/>
              </a:defRPr>
            </a:pPr>
            <a:r>
              <a:t>Live Demo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End-to-End: Kidney Biopsy Cohort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Agent reads MEMORY.md → recalls project context, Otsu thresholding, 20x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Glob("slides/*.tiff") → finds 10 slides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Writes count_glomeruli.py (scikit-image watershed)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Bash("python count_glomeruli.py") → counts and areas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SearchLiterature("normal glomerular area") → retrieves 3 papers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6. Writes final Markdown report: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Per-slide counts and areas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Comparison to literature normals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Flagged abnormal slides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7. MemorySave → records analysis parameters for future sessions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The Arc of CSCI 3397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280160"/>
            <a:ext cx="9144000" cy="33825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What We Built in 5 Lectures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 32: providers.py (618 L) — talk to LLMs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 33: agent.py + tool_registry.py (277 L) — core loop + dispatch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 34: tools.py + context.py + compaction.py (1,425 L) — real tools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 35: memory/ + multi_agent/ + mcp/ (~3,000 L) — extensions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Lec 36: full system (~5,000 L) — complete coding agent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An AI agent is not magic —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it's a while loop, a tool registry, and a good system prompt.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Understanding the architecture demystifies tools like Claude Code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and empowers you to build domain-specific agents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for any biomedical workflow.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800000"/>
                </a:solidFill>
                <a:latin typeface="Calibri"/>
              </a:defRPr>
            </a:pPr>
            <a:r>
              <a:t>Good Luck with Final Projects!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Presentations: Fri Apr 24, Mon Apr 27, Wed Apr 29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The agent we built can USE everything from earlier themes: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Image processing (weeks 1-4) — filtering, thresholding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Deep learning (weeks 5-10) — U-Net, detection, segmentation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Foundation models (weeks 11-13) — SAM, CLIP, LLaVA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  • Agentic systems (weeks 14-16) — orchestrate all of the above</a:t>
            </a: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Thank you for a great semester!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